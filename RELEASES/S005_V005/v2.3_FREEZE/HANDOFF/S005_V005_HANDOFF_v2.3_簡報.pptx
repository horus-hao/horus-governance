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HORUS Quotation System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報價單管理系統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9BD5"/>
                </a:solidFill>
              </a:rPr>
              <a:t>Version 2.3 FREEZE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2026-01-11 | 內部簡報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系統架構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HORUS-Quotation 是內部報價單管理系統，採用 Google Apps Script + Google Sheets 技術架構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011680" cy="137160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S005</a:t>
            </a:r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Submission Entry</a:t>
            </a:r>
            <a:endParaRPr lang="en-US" sz="2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報價單建立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56032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B9BD5"/>
                </a:solidFill>
              </a:rPr>
              <a:t>↔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108960" y="1645920"/>
            <a:ext cx="2011680" cy="13716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173736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3E50"/>
                </a:solidFill>
              </a:rPr>
              <a:t>Sheets</a:t>
            </a:r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Data Storage</a:t>
            </a:r>
            <a:endParaRPr lang="en-US" sz="2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資料儲存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2120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B9BD5"/>
                </a:solidFill>
              </a:rPr>
              <a:t>↔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760720" y="1645920"/>
            <a:ext cx="2011680" cy="137160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173736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V005</a:t>
            </a:r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Quotation Viewer</a:t>
            </a:r>
            <a:endParaRPr lang="en-US" sz="2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報價單檢視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2286000" cy="1188720"/>
          </a:xfrm>
          <a:prstGeom prst="rect">
            <a:avLst/>
          </a:prstGeom>
          <a:solidFill>
            <a:srgbClr val="F8F9FA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83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部署版本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S005: v2.3.9 @156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V005: v0.6.0 @98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登入流程：PIN + OTP 雙因子驗證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1280160"/>
          </a:xfrm>
          <a:prstGeom prst="rect">
            <a:avLst/>
          </a:prstGeom>
          <a:solidFill>
            <a:srgbClr val="E8F4FD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內部帳號 @horus.tw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Google SSO 自動驗證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不需要 OTP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Drive Picker 可用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0" y="914400"/>
            <a:ext cx="3840480" cy="1280160"/>
          </a:xfrm>
          <a:prstGeom prst="rect">
            <a:avLst/>
          </a:prstGeom>
          <a:solidFill>
            <a:srgbClr val="FFF8E8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10058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</a:rPr>
              <a:t>外部帳號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PIN + OTP 雙因子驗證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Device Session 45 分鐘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貼連結替代 Picker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外部帳號登入步驟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1463040" cy="731520"/>
          </a:xfrm>
          <a:prstGeom prst="roundRect">
            <a:avLst/>
          </a:prstGeom>
          <a:solidFill>
            <a:srgbClr val="1F4E7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889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Step 1
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Email+PIN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920240" y="29260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9BD5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94560" y="2743200"/>
            <a:ext cx="1463040" cy="731520"/>
          </a:xfrm>
          <a:prstGeom prst="roundRect">
            <a:avLst/>
          </a:prstGeom>
          <a:solidFill>
            <a:srgbClr val="2E75B6"/>
          </a:solidFill>
          <a:ln/>
        </p:spPr>
      </p:sp>
      <p:sp>
        <p:nvSpPr>
          <p:cNvPr id="12" name="Text 10"/>
          <p:cNvSpPr/>
          <p:nvPr/>
        </p:nvSpPr>
        <p:spPr>
          <a:xfrm>
            <a:off x="2194560" y="27889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Step 2
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風險偵測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0" y="29260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9BD5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931920" y="2743200"/>
            <a:ext cx="1463040" cy="731520"/>
          </a:xfrm>
          <a:prstGeom prst="roundRect">
            <a:avLst/>
          </a:prstGeom>
          <a:solidFill>
            <a:srgbClr val="5B9BD5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0" y="27889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Step 3
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發送OTP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94960" y="29260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9BD5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69280" y="2743200"/>
            <a:ext cx="1463040" cy="731520"/>
          </a:xfrm>
          <a:prstGeom prst="roundRect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0" y="27889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Step 4
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輸入OTP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132320" y="29260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9BD5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06640" y="2743200"/>
            <a:ext cx="1463040" cy="731520"/>
          </a:xfrm>
          <a:prstGeom prst="roundRect">
            <a:avLst/>
          </a:prstGeom>
          <a:solidFill>
            <a:srgbClr val="16A085"/>
          </a:solidFill>
          <a:ln/>
        </p:spPr>
      </p:sp>
      <p:sp>
        <p:nvSpPr>
          <p:cNvPr id="21" name="Text 19"/>
          <p:cNvSpPr/>
          <p:nvPr/>
        </p:nvSpPr>
        <p:spPr>
          <a:xfrm>
            <a:off x="7406640" y="27889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Step 5
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建立Session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25603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94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OTP 有效期
</a:t>
            </a:r>
            <a:pPr algn="ctr"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15 分鐘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3749040"/>
            <a:ext cx="25603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3794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Session 有效期
</a:t>
            </a:r>
            <a:pPr algn="ctr"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45 分鐘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3749040"/>
            <a:ext cx="25603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3794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驗證碼位數
</a:t>
            </a:r>
            <a:pPr algn="ctr"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6 位數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S005 報價單建立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報價單建立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多品項輸入表單，含型號/品名/數量/單價/圖片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收件人快選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Quick Select 下拉選擇常用收件人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457200" cy="457200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51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圖片上傳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Google Drive Picker 或貼上連結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457200" cy="457200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URL 正規化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自動轉換為 lh3 CDN 格式確保穩定顯示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914400"/>
            <a:ext cx="3657600" cy="3200400"/>
          </a:xfrm>
          <a:prstGeom prst="rect">
            <a:avLst/>
          </a:prstGeom>
          <a:solidFill>
            <a:srgbClr val="F8F9FA"/>
          </a:solidFill>
          <a:ln w="12700">
            <a:solidFill>
              <a:srgbClr val="D6DCE5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029200" y="2011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截圖待補充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S005 報價單表單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5B6"/>
                </a:solidFill>
              </a:rPr>
              <a:t>V005 報價單檢視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3200400"/>
          </a:xfrm>
          <a:prstGeom prst="rect">
            <a:avLst/>
          </a:prstGeom>
          <a:solidFill>
            <a:srgbClr val="F8F9FA"/>
          </a:solidFill>
          <a:ln w="12700">
            <a:solidFill>
              <a:srgbClr val="D6DCE5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2011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截圖待補充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V005 報價單預覽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0" y="1005840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1208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報價單檢視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0" y="1280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依 ref_id 參數載入報價單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828800"/>
            <a:ext cx="457200" cy="457200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1208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雙模板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2103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TEMPLATE_A (標準) / TEMPLATE_B (圖片優先)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2651760"/>
            <a:ext cx="457200" cy="457200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2651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列印友善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0" y="2926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CSS @media print 樣式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347472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1208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審核工具列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3749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核准/退回按鈕（僅內部使用者可見）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審核流程：狀態機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1463040" cy="731520"/>
          </a:xfrm>
          <a:prstGeom prst="roundRect">
            <a:avLst/>
          </a:prstGeom>
          <a:solidFill>
            <a:srgbClr val="95A5A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515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DRAFT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草稿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737360" y="1188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9BD5"/>
                </a:solidFill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011680" y="1005840"/>
            <a:ext cx="1463040" cy="731520"/>
          </a:xfrm>
          <a:prstGeom prst="roundRect">
            <a:avLst/>
          </a:prstGeom>
          <a:solidFill>
            <a:srgbClr val="3498DB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10515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SUBMITTED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已送審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0" y="1188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9BD5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749040" y="1005840"/>
            <a:ext cx="1463040" cy="731520"/>
          </a:xfrm>
          <a:prstGeom prst="roundRect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10515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PENDING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待核准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12080" y="1188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9BD5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0" y="1005840"/>
            <a:ext cx="1463040" cy="731520"/>
          </a:xfrm>
          <a:prstGeom prst="round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10515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APPROVED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已核准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49440" y="1188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9BD5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223760" y="1005840"/>
            <a:ext cx="1463040" cy="731520"/>
          </a:xfrm>
          <a:prstGeom prst="roundRect">
            <a:avLst/>
          </a:prstGeom>
          <a:solidFill>
            <a:srgbClr val="16A085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10515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ISSUED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已發送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1828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</a:rPr>
              <a:t>↘ PENDING 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0" y="1783080"/>
            <a:ext cx="1280160" cy="457200"/>
          </a:xfrm>
          <a:prstGeom prst="roundRect">
            <a:avLst/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180136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REJECTED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已退回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3776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</a:rPr>
              <a:t>→ 修改後重新送審 ↗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角色定義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834640"/>
            <a:ext cx="1828800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880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</a:rPr>
              <a:t>VIEWER
</a:t>
            </a:r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僅檢視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68880" y="2834640"/>
            <a:ext cx="1828800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2880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</a:rPr>
              <a:t>CREATOR
</a:t>
            </a:r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建立報價單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383280"/>
            <a:ext cx="1828800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429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</a:rPr>
              <a:t>ISSUER
</a:t>
            </a:r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建立 + 發送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68880" y="3383280"/>
            <a:ext cx="1828800" cy="457200"/>
          </a:xfrm>
          <a:prstGeom prst="rect">
            <a:avLst/>
          </a:prstGeom>
          <a:solidFill>
            <a:srgbClr val="E8F4FD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0" y="3429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</a:rPr>
              <a:t>APPROVER
</a:t>
            </a:r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核准 + 退回 + 印章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核准操作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0" y="283464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僅 FINAL_APPROVERS 可核准/退回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核准後自動加蓋公司印章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退回需填寫原因 (rejected_reason)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建立者收到退回通知信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Mail 通知機制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18288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觸發事件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收件人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信件內容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報價單建立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supervisor + 建立者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報價單摘要 + 審核連結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送審成功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APPROVER 群組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報價單摘要 + 核准/退回按鈕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核准/退回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建立者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核准通知 / 退回原因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OTP / PIN 變更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使用者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位數驗證碼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914400"/>
            <a:ext cx="2286000" cy="3657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Shape 2"/>
          <p:cNvSpPr/>
          <p:nvPr/>
        </p:nvSpPr>
        <p:spPr>
          <a:xfrm>
            <a:off x="2743200" y="914400"/>
            <a:ext cx="2743200" cy="3657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0" y="914400"/>
            <a:ext cx="3200400" cy="3657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914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觸發事件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收件人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0" y="914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信件內容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3017520"/>
            <a:ext cx="3931920" cy="1188720"/>
          </a:xfrm>
          <a:prstGeom prst="rect">
            <a:avLst/>
          </a:prstGeom>
          <a:solidFill>
            <a:srgbClr val="E8F4FD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1089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收件人規則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建立通知：Company_Profile.supervisor_emails + 建立者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審核通知：USERS_ACCESS role=APPROVER 且 status=ACTIVE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0" y="3017520"/>
            <a:ext cx="4114800" cy="1188720"/>
          </a:xfrm>
          <a:prstGeom prst="rect">
            <a:avLst/>
          </a:prstGeom>
          <a:solidFill>
            <a:srgbClr val="FFF8E8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63440" y="310896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</a:rPr>
              <a:t>信件內容規範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必須包含可判斷資訊：金額、明細、狀態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唯一權威：「前往 Web Review」連結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不附 PDF（僅供通知與快速預覽）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權限機制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created_by-only 原則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使用者只能存取自己建立的資料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931920" cy="1645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0312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存取規則
</a:t>
            </a:r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收件人清單
</a:t>
            </a:r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WHERE created_by = 當前登入帳號
</a:t>
            </a:r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報價單
</a:t>
            </a:r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無列表功能，需知道 ref_id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749040"/>
            <a:ext cx="3931920" cy="731520"/>
          </a:xfrm>
          <a:prstGeom prst="rect">
            <a:avLst/>
          </a:prstGeom>
          <a:solidFill>
            <a:srgbClr val="FFF3E8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7947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</a:rPr>
              <a:t>外部帳號處理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問題：Session.getActiveUser() 返回 Script Owner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解法：前端傳入登入帳號 email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資料表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2377440"/>
            <a:ext cx="2011680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2377440"/>
            <a:ext cx="2103120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S005_QUOTES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75120" y="2377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報價單主檔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788920"/>
            <a:ext cx="2011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0" y="2788920"/>
            <a:ext cx="21031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2788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S005_RECIPIENTS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75120" y="2788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收件人資料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3200400"/>
            <a:ext cx="2011680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0" y="3200400"/>
            <a:ext cx="2103120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USERS_ACCESS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75120" y="3200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使用者權限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3611880"/>
            <a:ext cx="2011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0" y="3611880"/>
            <a:ext cx="21031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Company_Profile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75120" y="3611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公司資料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4023360"/>
            <a:ext cx="2011680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8" name="Shape 26"/>
          <p:cNvSpPr/>
          <p:nvPr/>
        </p:nvSpPr>
        <p:spPr>
          <a:xfrm>
            <a:off x="6583680" y="4023360"/>
            <a:ext cx="2103120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Admin_OTP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75120" y="4023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OTP 驗證記錄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已知限制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822960"/>
          </a:xfrm>
          <a:prstGeom prst="rect">
            <a:avLst/>
          </a:prstGeom>
          <a:solidFill>
            <a:srgbClr val="FEF5F5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8872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1430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Picker 限制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463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外部帳號無法使用 Google Drive Picker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23360" cy="822960"/>
          </a:xfrm>
          <a:prstGeom prst="rect">
            <a:avLst/>
          </a:prstGeom>
          <a:solidFill>
            <a:srgbClr val="FEF5F5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118872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11430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圖片來源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1463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僅支援 Google Drive 圖片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011680"/>
            <a:ext cx="4023360" cy="822960"/>
          </a:xfrm>
          <a:prstGeom prst="rect">
            <a:avLst/>
          </a:prstGeom>
          <a:solidFill>
            <a:srgbClr val="FEF5F5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19456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148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無列表功能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2468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需知道 ref_id 才能檢視報價單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011680"/>
            <a:ext cx="4023360" cy="822960"/>
          </a:xfrm>
          <a:prstGeom prst="rect">
            <a:avLst/>
          </a:prstGeom>
          <a:solidFill>
            <a:srgbClr val="FEF5F5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219456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2148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OTP 有效期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2468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15 分鐘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4023360" cy="822960"/>
          </a:xfrm>
          <a:prstGeom prst="rect">
            <a:avLst/>
          </a:prstGeom>
          <a:solidFill>
            <a:srgbClr val="FEF5F5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320040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3154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Session 有效期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88720" y="3474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45 分鐘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F8F9FA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版本資訊    S005: v2.3.9 @156  |  V005: v0.6.0 @98  |  文件版本: v2.3 FREEZE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HORUS Quotation System v2.3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0" y="2926080"/>
            <a:ext cx="18288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S005 報價單建立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V005 報價單檢視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9BD5"/>
                </a:solidFill>
              </a:rPr>
              <a:t>2026-01-11 | FREEZE 版本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HORUS Quotation System v2.3</dc:title>
  <dc:subject>PptxGenJS Presentation</dc:subject>
  <dc:creator>HORUS PDM</dc:creator>
  <cp:lastModifiedBy>HORUS PDM</cp:lastModifiedBy>
  <cp:revision>1</cp:revision>
  <dcterms:created xsi:type="dcterms:W3CDTF">2026-01-11T13:15:46Z</dcterms:created>
  <dcterms:modified xsi:type="dcterms:W3CDTF">2026-01-11T13:15:46Z</dcterms:modified>
</cp:coreProperties>
</file>